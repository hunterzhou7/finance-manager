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/>
            </a:pPr>
            <a:r>
              <a:t>无锡三日游</a:t>
            </a:r>
          </a:p>
          <a:p>
            <a:pPr algn="ctr">
              <a:defRPr sz="2800"/>
            </a:pPr>
            <a:r>
              <a:t>最佳旅行攻略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行程概览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Day 1: 太湖三国水浒城</a:t>
            </a:r>
          </a:p>
          <a:p>
            <a:r>
              <a:t>Day 2: 灵山大佛+拈花湾</a:t>
            </a:r>
          </a:p>
          <a:p>
            <a:r>
              <a:t>Day 3: 惠山古镇+南长街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Day 1: 太湖三国水浒城</a:t>
            </a:r>
          </a:p>
        </p:txBody>
      </p:sp>
      <p:pic>
        <p:nvPicPr>
          <p:cNvPr id="3" name="Picture 2" descr="wuxi_day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3931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13716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📍 太湖三国水浒城</a:t>
            </a:r>
          </a:p>
          <a:p>
            <a:r>
              <a:t>🎭 《三英战吕布》实景演出</a:t>
            </a:r>
          </a:p>
          <a:p>
            <a:r>
              <a:t>🍜 太湖三白（银鱼/白虾/白鱼）</a:t>
            </a:r>
          </a:p>
          <a:p>
            <a:r>
              <a:t>🏨 太湖度假酒店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Day 2: 灵山大佛</a:t>
            </a:r>
          </a:p>
        </p:txBody>
      </p:sp>
      <p:pic>
        <p:nvPicPr>
          <p:cNvPr id="3" name="Picture 2" descr="wuxi_day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3931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13716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📍 灵山大佛（88米）</a:t>
            </a:r>
          </a:p>
          <a:p>
            <a:r>
              <a:t>🪷 九龙灌浴表演</a:t>
            </a:r>
          </a:p>
          <a:p>
            <a:r>
              <a:t>🏮 拈花湾禅意小镇</a:t>
            </a:r>
          </a:p>
          <a:p>
            <a:r>
              <a:t>🍽️ 特色素斋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Day 3: 古镇+夜景</a:t>
            </a:r>
          </a:p>
        </p:txBody>
      </p:sp>
      <p:pic>
        <p:nvPicPr>
          <p:cNvPr id="3" name="Picture 2" descr="wuxi_day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931920" cy="3931920"/>
          </a:xfrm>
          <a:prstGeom prst="rect">
            <a:avLst/>
          </a:prstGeom>
        </p:spPr>
      </p:pic>
      <p:pic>
        <p:nvPicPr>
          <p:cNvPr id="4" name="Picture 3" descr="wuxi_n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7160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美食推荐</a:t>
            </a:r>
          </a:p>
        </p:txBody>
      </p:sp>
      <p:pic>
        <p:nvPicPr>
          <p:cNvPr id="3" name="Picture 2" descr="wuxi_fo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65760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13716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🥢 无锡排骨</a:t>
            </a:r>
          </a:p>
          <a:p>
            <a:r>
              <a:t>🥣 阳山水蜜桃</a:t>
            </a:r>
          </a:p>
          <a:p>
            <a:r>
              <a:t>🍡 惠山油酥饼</a:t>
            </a:r>
          </a:p>
          <a:p>
            <a:r>
              <a:t>🍜 太湖三白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实用信息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📅 最佳季节：3-5月、9-11月</a:t>
            </a:r>
          </a:p>
          <a:p>
            <a:r>
              <a:t>🚄 高铁：无锡站/无锡东站</a:t>
            </a:r>
          </a:p>
          <a:p>
            <a:r>
              <a:t>✈️ 机场：苏南硕放机场</a:t>
            </a:r>
          </a:p>
          <a:p>
            <a:r>
              <a:t>💰 花费：人均1000-1500元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