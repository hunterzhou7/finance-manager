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无锡三日游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最佳旅行攻略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行程概览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Day 1: 太湖三国水浒城</a:t>
            </a:r>
          </a:p>
          <a:p>
            <a:pPr>
              <a:defRPr sz="2400"/>
            </a:pPr>
            <a:r>
              <a:t>Day 2: 灵山大佛+拈花湾</a:t>
            </a:r>
          </a:p>
          <a:p>
            <a:pPr>
              <a:defRPr sz="2400"/>
            </a:pPr>
            <a:r>
              <a:t>Day 3: 惠山古镇+南长街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Day 1: 太湖三国水浒城</a:t>
            </a:r>
          </a:p>
        </p:txBody>
      </p:sp>
      <p:pic>
        <p:nvPicPr>
          <p:cNvPr id="3" name="Picture 2" descr="wuxi_da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📍 太湖三国水浒城</a:t>
            </a:r>
          </a:p>
          <a:p>
            <a:pPr>
              <a:defRPr sz="1800"/>
            </a:pPr>
            <a:r>
              <a:t>🎭 三英战吕布演出</a:t>
            </a:r>
          </a:p>
          <a:p>
            <a:pPr>
              <a:defRPr sz="1800"/>
            </a:pPr>
            <a:r>
              <a:t>🌊 蠡湖日落</a:t>
            </a:r>
          </a:p>
          <a:p>
            <a:pPr>
              <a:defRPr sz="1800"/>
            </a:pPr>
            <a:r>
              <a:t>🍜 太湖三白</a:t>
            </a:r>
          </a:p>
          <a:p>
            <a:pPr>
              <a:defRPr sz="1800"/>
            </a:pPr>
            <a:r>
              <a:t>🏨 太湖度假酒店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Day 2: 灵山大佛</a:t>
            </a:r>
          </a:p>
        </p:txBody>
      </p:sp>
      <p:pic>
        <p:nvPicPr>
          <p:cNvPr id="3" name="Picture 2" descr="wuxi_day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📍 灵山大佛（88米）</a:t>
            </a:r>
          </a:p>
          <a:p>
            <a:pPr>
              <a:defRPr sz="1800"/>
            </a:pPr>
            <a:r>
              <a:t>🪷 九龙灌浴</a:t>
            </a:r>
          </a:p>
          <a:p>
            <a:pPr>
              <a:defRPr sz="1800"/>
            </a:pPr>
            <a:r>
              <a:t>🏮 拈花湾</a:t>
            </a:r>
          </a:p>
          <a:p>
            <a:pPr>
              <a:defRPr sz="1800"/>
            </a:pPr>
            <a:r>
              <a:t>🌸 梵天花海</a:t>
            </a:r>
          </a:p>
          <a:p>
            <a:pPr>
              <a:defRPr sz="1800"/>
            </a:pPr>
            <a:r>
              <a:t>🍽️ 素斋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Day 3: 古镇+夜景</a:t>
            </a:r>
          </a:p>
        </p:txBody>
      </p:sp>
      <p:pic>
        <p:nvPicPr>
          <p:cNvPr id="3" name="Picture 2" descr="wuxi_day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303520" cy="5303520"/>
          </a:xfrm>
          <a:prstGeom prst="rect">
            <a:avLst/>
          </a:prstGeom>
        </p:spPr>
      </p:pic>
      <p:pic>
        <p:nvPicPr>
          <p:cNvPr id="4" name="Picture 3" descr="wuxi_n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美食推荐</a:t>
            </a:r>
          </a:p>
        </p:txBody>
      </p:sp>
      <p:pic>
        <p:nvPicPr>
          <p:cNvPr id="3" name="Picture 2" descr="wuxi_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37160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🥢 无锡排骨</a:t>
            </a:r>
          </a:p>
          <a:p>
            <a:pPr>
              <a:defRPr sz="2000"/>
            </a:pPr>
            <a:r>
              <a:t>🍑 阳山水蜜桃</a:t>
            </a:r>
          </a:p>
          <a:p>
            <a:pPr>
              <a:defRPr sz="2000"/>
            </a:pPr>
            <a:r>
              <a:t>🥮 惠山油酥饼</a:t>
            </a:r>
          </a:p>
          <a:p>
            <a:pPr>
              <a:defRPr sz="2000"/>
            </a:pPr>
            <a:r>
              <a:t>🍜 太湖三白</a:t>
            </a:r>
          </a:p>
          <a:p>
            <a:pPr>
              <a:defRPr sz="2000"/>
            </a:pPr>
            <a:r>
              <a:t>🍮 玉兰饼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实用信息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📅 最佳季节: 3-5月、9-11月</a:t>
            </a:r>
          </a:p>
          <a:p>
            <a:pPr>
              <a:defRPr sz="2000"/>
            </a:pPr>
            <a:r>
              <a:t>🚄 高铁: 无锡站/东站</a:t>
            </a:r>
          </a:p>
          <a:p>
            <a:pPr>
              <a:defRPr sz="2000"/>
            </a:pPr>
            <a:r>
              <a:t>✈️ 机场: 苏南硕放</a:t>
            </a:r>
          </a:p>
          <a:p>
            <a:pPr>
              <a:defRPr sz="2000"/>
            </a:pPr>
            <a:r>
              <a:t>💰 预算: 1000-1500元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祝旅途愉快！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无锡等你来~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