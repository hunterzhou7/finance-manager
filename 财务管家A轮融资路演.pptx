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254000" dist="50800" dir="16200000">
              <a:srgbClr val="00F0FF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财务管家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让每一笔收支都有迹可循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3017520"/>
            <a:ext cx="1828800" cy="1188720"/>
          </a:xfrm>
          <a:prstGeom prst="rect">
            <a:avLst/>
          </a:prstGeom>
          <a:solidFill>
            <a:srgbClr val="1A1A24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3108960"/>
            <a:ext cx="182880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50800" dir="16200000">
              <a:srgbClr val="00F0FF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3秒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3749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极速记账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0" y="3017520"/>
            <a:ext cx="1828800" cy="1188720"/>
          </a:xfrm>
          <a:prstGeom prst="rect">
            <a:avLst/>
          </a:prstGeom>
          <a:solidFill>
            <a:srgbClr val="1A1A24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3108960"/>
            <a:ext cx="182880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50800" dir="16200000">
              <a:srgbClr val="00FF88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0" y="3749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数据安全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3017520"/>
            <a:ext cx="1828800" cy="1188720"/>
          </a:xfrm>
          <a:prstGeom prst="rect">
            <a:avLst/>
          </a:prstGeom>
          <a:solidFill>
            <a:srgbClr val="1A1A24"/>
          </a:solidFill>
          <a:ln w="12700">
            <a:solidFill>
              <a:srgbClr val="FF00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3108960"/>
            <a:ext cx="182880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50800" dir="16200000">
              <a:srgbClr val="FF00AA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0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免费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943600" y="3749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零门槛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A轮融资 | 1000万人民币 | 出让10%股份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用户痛点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377440" cy="2011680"/>
          </a:xfrm>
          <a:prstGeom prst="rect">
            <a:avLst/>
          </a:prstGeom>
          <a:solidFill>
            <a:srgbClr val="1A0A10"/>
          </a:solidFill>
          <a:ln w="12700">
            <a:solidFill>
              <a:srgbClr val="FF3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💸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85%月光族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工资花光却不知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花到哪里去了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2377440" cy="2011680"/>
          </a:xfrm>
          <a:prstGeom prst="rect">
            <a:avLst/>
          </a:prstGeom>
          <a:solidFill>
            <a:srgbClr val="1A0A10"/>
          </a:solidFill>
          <a:ln w="12700">
            <a:solidFill>
              <a:srgbClr val="FF33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6459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🤷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8328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记不住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83280" y="2834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靠记忆记账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完全不靠谱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463040"/>
            <a:ext cx="2377440" cy="2011680"/>
          </a:xfrm>
          <a:prstGeom prst="rect">
            <a:avLst/>
          </a:prstGeom>
          <a:solidFill>
            <a:srgbClr val="1A0A10"/>
          </a:solidFill>
          <a:ln w="12700">
            <a:solidFill>
              <a:srgbClr val="FF33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6459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12648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App太复杂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26480" y="2834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现有记账软件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太难不想用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3840480"/>
            <a:ext cx="3657600" cy="731520"/>
          </a:xfrm>
          <a:prstGeom prst="rect">
            <a:avLst/>
          </a:prstGeom>
          <a:solidFill>
            <a:srgbClr val="1A1A24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超过4.5亿潜在用户未被满足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财务管家的力量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0A1A0F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00FF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600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3秒极速记账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920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极简流程，一键完成，就是这么快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0A1A0F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00FF8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43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697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智能财务报表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3017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收支分类图表，一目了然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0A1A0F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rgbClr val="00FF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840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794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Excel数据导出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4114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随时导出，数据掌控在自己手中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广阔市场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254000" dist="50800" dir="16200000">
              <a:srgbClr val="00F0FF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500亿+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中国个人财务管理市场规模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2834640"/>
            <a:ext cx="2103120" cy="1188720"/>
          </a:xfrm>
          <a:prstGeom prst="rect">
            <a:avLst/>
          </a:prstGeom>
          <a:solidFill>
            <a:srgbClr val="1A1A24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9260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4.5亿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3566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潜在用户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0" y="2834640"/>
            <a:ext cx="2103120" cy="1188720"/>
          </a:xfrm>
          <a:prstGeom prst="rect">
            <a:avLst/>
          </a:prstGeom>
          <a:solidFill>
            <a:srgbClr val="1A1A24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9260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3566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手机渗透率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2834640"/>
            <a:ext cx="2103120" cy="1188720"/>
          </a:xfrm>
          <a:prstGeom prst="rect">
            <a:avLst/>
          </a:prstGeom>
          <a:solidFill>
            <a:srgbClr val="1A1A24"/>
          </a:solidFill>
          <a:ln w="12700">
            <a:solidFill>
              <a:srgbClr val="FF00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29260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0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3566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付费意愿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蓝海市场，等你来占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创始团队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286000" y="1371600"/>
            <a:ext cx="2286000" cy="1828800"/>
          </a:xfrm>
          <a:prstGeom prst="rect">
            <a:avLst/>
          </a:prstGeom>
          <a:solidFill>
            <a:srgbClr val="1A1A24"/>
          </a:solidFill>
          <a:ln w="12700">
            <a:solidFill>
              <a:srgbClr val="FF00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1463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👨‍💻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28600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产品负责人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10年经验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2286000" cy="1828800"/>
          </a:xfrm>
          <a:prstGeom prst="rect">
            <a:avLst/>
          </a:prstGeom>
          <a:solidFill>
            <a:srgbClr val="1A1A24"/>
          </a:solidFill>
          <a:ln w="12700">
            <a:solidFill>
              <a:srgbClr val="FF00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463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👩‍💼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技术负责人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全栈开发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3657600"/>
            <a:ext cx="2743200" cy="64008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3749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联系我们：A轮合作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contact@finance.com | 138-0000-0000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00A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财务管家A轮融资路演</dc:title>
  <dc:subject>PptxGenJS Presentation</dc:subject>
  <dc:creator>财务管家</dc:creator>
  <cp:lastModifiedBy>财务管家</cp:lastModifiedBy>
  <cp:revision>1</cp:revision>
  <dcterms:created xsi:type="dcterms:W3CDTF">2026-05-21T03:07:20Z</dcterms:created>
  <dcterms:modified xsi:type="dcterms:W3CDTF">2026-05-21T03:07:20Z</dcterms:modified>
</cp:coreProperties>
</file>